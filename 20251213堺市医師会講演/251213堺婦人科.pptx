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  <Override PartName="/ppt/media/image16.jpeg" ContentType="image/jpeg"/>
  <Override PartName="/ppt/media/image17.jpeg" ContentType="image/jpeg"/>
  <Override PartName="/ppt/media/image18.jpeg" ContentType="image/jpeg"/>
  <Override PartName="/ppt/media/image19.jpeg" ContentType="image/jpeg"/>
  <Override PartName="/ppt/media/image20.jpeg" ContentType="image/jpeg"/>
  <Override PartName="/ppt/media/image21.jpeg" ContentType="image/jpeg"/>
  <Override PartName="/ppt/media/image22.jpeg" ContentType="image/jpeg"/>
  <Override PartName="/ppt/media/image23.jpeg" ContentType="image/jpeg"/>
  <Override PartName="/ppt/media/image24.jpeg" ContentType="image/jpeg"/>
  <Override PartName="/ppt/media/image25.jpeg" ContentType="image/jpeg"/>
  <Override PartName="/ppt/media/image26.jpeg" ContentType="image/jpeg"/>
  <Override PartName="/ppt/media/image27.jpeg" ContentType="image/jpeg"/>
  <Override PartName="/ppt/media/image28.jpeg" ContentType="image/jpeg"/>
  <Override PartName="/ppt/media/image29.jpeg" ContentType="image/jpeg"/>
  <Override PartName="/ppt/media/image30.jpeg" ContentType="image/jpeg"/>
  <Override PartName="/ppt/media/image31.jpeg" ContentType="image/jpeg"/>
  <Override PartName="/ppt/media/image32.jpeg" ContentType="image/jpeg"/>
  <Override PartName="/ppt/media/image33.jpeg" ContentType="image/jpeg"/>
  <Override PartName="/ppt/media/image34.jpeg" ContentType="image/jpeg"/>
  <Override PartName="/ppt/media/image35.jpeg" ContentType="image/jpeg"/>
  <Override PartName="/ppt/media/image36.jpeg" ContentType="image/jpeg"/>
  <Override PartName="/ppt/media/image37.jpeg" ContentType="image/jpeg"/>
  <Override PartName="/ppt/media/image38.jpeg" ContentType="image/jpeg"/>
  <Override PartName="/ppt/media/image39.jpeg" ContentType="image/jpeg"/>
  <Override PartName="/ppt/media/image40.jpeg" ContentType="image/jpeg"/>
  <Override PartName="/ppt/media/image41.jpeg" ContentType="image/jpeg"/>
  <Override PartName="/ppt/media/image4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タイトルテキスト</a:t>
            </a:r>
          </a:p>
        </p:txBody>
      </p:sp>
      <p:sp>
        <p:nvSpPr>
          <p:cNvPr id="12" name="本文レベル1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横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草が生えた砂丘から見たビーチと海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タイトルテキスト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タイトルテキスト</a:t>
            </a:r>
          </a:p>
        </p:txBody>
      </p:sp>
      <p:sp>
        <p:nvSpPr>
          <p:cNvPr id="22" name="本文レベル1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タイトルテキスト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前景に短いフェンスがあるビーチの上を低空飛行しているサギ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タイトルテキスト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40" name="本文レベル1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57" name="本文レベル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5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2つの丘に挟まれた、海に続く砂の小道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67" name="本文レベル1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6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76" name="本文レベル1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85" name="本文レベル1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8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本文レベル1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2つの丘に挟まれた、海に続く砂の小道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前景に短いフェンスがあるビーチの上を低空飛行しているサギ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草が生えた砂丘から見たビーチと海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ここに引用を入力してください。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</a:lstStyle>
          <a:p>
            <a:pPr/>
            <a:r>
              <a:t>“ここに引用を入力してください。”</a:t>
            </a:r>
          </a:p>
        </p:txBody>
      </p:sp>
      <p:sp>
        <p:nvSpPr>
          <p:cNvPr id="1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草が生えた砂丘から見たビーチと海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3" name="本文レベル1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3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6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9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0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.jpe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jpe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.jpe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5.jpe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6.jpe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7.jpe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8.jpe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9.jpe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0.jpe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1.jpe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2.jpe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3.jpe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4.jpe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5.jpe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6.jpe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7.jpe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8.jpe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9.jpe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0.jpe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1.jpe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1.jpg" descr="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編集エリア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0" name="編集エリア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1" name="2.jpg" descr="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3.jpg" descr="3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4.jpg" descr="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5.jpg" descr="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6.jpg" descr="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7.jpg" descr="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8.jpg" descr="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9.jpg" descr="9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10.jpg" descr="10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11.jpg" descr="1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12.jpg" descr="1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13.jpg" descr="13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14.jpg" descr="1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15.jpg" descr="1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16.jpg" descr="1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17.jpg" descr="1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18.jpg" descr="1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19.jpg" descr="19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20.jpg" descr="20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21.jpg" descr="2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22.jpg" descr="2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23.jpg" descr="23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20251213堺市FLUTSからGSMまで.jpg" descr="20251213堺市FLUTSからGSMまで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25.jpg" descr="2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26.jpg" descr="2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27.jpg" descr="2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28.jpg" descr="2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29.jpg" descr="29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30.jpg" descr="30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31.jpg" descr="3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32.jpg" descr="3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33.jpg" descr="33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34.jpg" descr="3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35.jpg" descr="3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36.jpg" descr="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37.jpg" descr="3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38.jpg" descr="3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39.jpg" descr="39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40.jpg" descr="40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41.jpg" descr="4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42.jpg" descr="4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